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67" r:id="rId2"/>
    <p:sldId id="257" r:id="rId3"/>
    <p:sldId id="258" r:id="rId4"/>
    <p:sldId id="259" r:id="rId5"/>
    <p:sldId id="282" r:id="rId6"/>
    <p:sldId id="260" r:id="rId7"/>
    <p:sldId id="269" r:id="rId8"/>
    <p:sldId id="261" r:id="rId9"/>
    <p:sldId id="283" r:id="rId10"/>
    <p:sldId id="270" r:id="rId11"/>
    <p:sldId id="276" r:id="rId12"/>
    <p:sldId id="272" r:id="rId13"/>
    <p:sldId id="277" r:id="rId14"/>
    <p:sldId id="273" r:id="rId15"/>
    <p:sldId id="280" r:id="rId16"/>
    <p:sldId id="281" r:id="rId17"/>
    <p:sldId id="286" r:id="rId18"/>
    <p:sldId id="287" r:id="rId19"/>
    <p:sldId id="288" r:id="rId20"/>
    <p:sldId id="289" r:id="rId21"/>
    <p:sldId id="290" r:id="rId22"/>
    <p:sldId id="26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A234C7-41B8-4432-8DFB-B7D3BD0EB1BC}" v="90" dt="2026-04-20T07:47:16.8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633" autoAdjust="0"/>
  </p:normalViewPr>
  <p:slideViewPr>
    <p:cSldViewPr snapToGrid="0">
      <p:cViewPr>
        <p:scale>
          <a:sx n="60" d="100"/>
          <a:sy n="60" d="100"/>
        </p:scale>
        <p:origin x="60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A69516-2DF6-44AB-923D-42CD805F0B0C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2A78B1-52D3-4B4E-A2BF-7892690E7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790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A78B1-52D3-4B4E-A2BF-7892690E7D9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2703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A78B1-52D3-4B4E-A2BF-7892690E7D9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756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A78B1-52D3-4B4E-A2BF-7892690E7D9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205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A78B1-52D3-4B4E-A2BF-7892690E7D9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9945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A78B1-52D3-4B4E-A2BF-7892690E7D9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643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246CF-EA89-DFDF-5F88-30F57ADE8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EB4BC6-3E98-C3A7-EC44-6DADEBE9D0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EE997-C646-518F-3CA0-3E1304E9D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42F3-4D77-4D58-82BA-E5B5DC9489EC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30D42-9934-FD5B-CA83-E19B85938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6A894-4554-8684-591F-E4CB662BC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41484-AFF5-4FD1-929C-F6A60DFA6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197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C3CBC-1AFF-C570-1E16-F4ACD1198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A52C6-D02B-F861-583D-B37DB3CEF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2214C-69B9-A321-AC0C-106DD66DD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42F3-4D77-4D58-82BA-E5B5DC9489EC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9ED22-5CCB-DD6A-B506-2597DBF30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C9444-9DEB-6B79-5614-1D288C353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41484-AFF5-4FD1-929C-F6A60DFA6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352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C2BA5-BDB1-A6C1-D6DE-E3DC0D997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D6E27-057C-9371-51D1-75874ADB7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006A3-2C3C-F583-BD52-A4F81088D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42F3-4D77-4D58-82BA-E5B5DC9489EC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C6A55-A2CC-232D-D85A-98756E729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2F6F1-285C-7626-012D-88BE64915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41484-AFF5-4FD1-929C-F6A60DFA6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11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390A3-D53C-26AE-1184-842CF7EE7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2B8F5-D916-B2D6-F457-AE63235F8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4A40-3307-4627-6903-405B3284A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160C50-AEDD-8EA9-AB0A-A29193EA0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42F3-4D77-4D58-82BA-E5B5DC9489EC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53D84-6716-A54D-F81E-408C16B15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FA35C-4BF9-7B2E-3B6E-26498B8E1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41484-AFF5-4FD1-929C-F6A60DFA6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330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DC086-ED92-E15E-5583-987257EC5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58DCB-8A9D-A4C5-59CB-94AAEE05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1C8B8A-BB58-9613-84FF-2FA92D525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D0DC1E-A4F2-F2AD-65C6-98A94AC0F0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343D03-A737-8469-F690-7813F043AF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3E6432-A8FB-602B-FC8A-A4B44D646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42F3-4D77-4D58-82BA-E5B5DC9489EC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A5C7B3-6F14-0A10-3DBB-B9BD501C6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870CA3-1D06-536C-CF94-448C18C38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41484-AFF5-4FD1-929C-F6A60DFA6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000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EAB87-139A-A97C-4663-0490CA379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48EEC1-8F9E-EA25-C818-945821085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42F3-4D77-4D58-82BA-E5B5DC9489EC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16A31D-E9D4-D7C4-D966-C1C9FF57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BC6C6-E716-D0B9-9D8F-9ADA36DD2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41484-AFF5-4FD1-929C-F6A60DFA6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98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6E8E41-6CA7-D49B-5623-159FED8A8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42F3-4D77-4D58-82BA-E5B5DC9489EC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008286-4CE6-D07B-8C9E-22398C5A2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71434-9178-BB3E-F92E-DD70F3DAF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41484-AFF5-4FD1-929C-F6A60DFA6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912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8C04-9EB3-F15D-EDDD-A1A412473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824C4-FE1F-70BF-929B-2757A9720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71047F-5BBE-4D00-C5E7-5622BD615B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45DA67-07A7-77D8-3991-531AC3A42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42F3-4D77-4D58-82BA-E5B5DC9489EC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D5DBCA-0F11-CF9A-7242-D8E15EEC7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93BC30-8558-5E8E-61A4-9537D402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41484-AFF5-4FD1-929C-F6A60DFA6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305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BA51A-C02C-4D6A-E0A0-E0C9A3403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434B0E-13C4-0D18-A743-DFB77F4F12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8BC2A4-3F7E-F158-90B3-EBAE1320E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970278-AADE-CBDF-A15B-11ACAF725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42F3-4D77-4D58-82BA-E5B5DC9489EC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CB190F-7258-88F6-0DCB-5E861A9C7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8E3C55-09F9-BD51-2B2A-B4CD1CB4D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41484-AFF5-4FD1-929C-F6A60DFA6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735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D667E-7CC0-B061-1830-573A77C6E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C8D463-533C-D5E4-85D0-1B003DA69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FE26C-1D32-8382-062C-86808696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42F3-4D77-4D58-82BA-E5B5DC9489EC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4F6D6-ACC0-D34A-4697-2F932114C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00374-919A-C718-88A8-EDCD1FE2B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41484-AFF5-4FD1-929C-F6A60DFA6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43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E177A9-233A-0027-EDEE-FC7C61CC04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B7EC99-0F6A-612B-3C6E-373324ED2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64F9C-D2D0-AEA6-262D-B46CB95F9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42F3-4D77-4D58-82BA-E5B5DC9489EC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E90A5-1A62-75F4-287C-94F9BAD5F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69AE4-72B0-679B-8794-8BBEDC930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41484-AFF5-4FD1-929C-F6A60DFA6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156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96F2-5394-02C4-0CFB-0316C0522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3B2EC-4E14-8AB2-78C8-59D5081684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9FDE8-2D24-6588-7B0D-35A70B77C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42F3-4D77-4D58-82BA-E5B5DC9489EC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2F4AE-5DB3-6C2F-9B6F-007B771DE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45A4B-2AC5-CD7E-67FB-D7BFFEAE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41484-AFF5-4FD1-929C-F6A60DFA6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009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61F15F-C6FE-2747-40C2-58947A34D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B0CD5-A9DF-648C-F6A6-908A8D346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51B11-B55A-A2EB-52A0-49B542B249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342F3-4D77-4D58-82BA-E5B5DC9489EC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1D0CD-1E0C-9DF0-4468-A5E5B44A87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941F0-4D7B-E047-E839-F1A16CD6D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F41484-AFF5-4FD1-929C-F6A60DFA6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033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5963" y="197803"/>
            <a:ext cx="10682287" cy="1016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Seshadri Rao </a:t>
            </a:r>
            <a:r>
              <a:rPr lang="en-US" sz="3200" b="1" dirty="0" err="1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Gudlavalleru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Engineering College</a:t>
            </a:r>
            <a:br>
              <a:rPr lang="en-US" sz="4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 (Artificial Intelligence &amp; Machine Learning)</a:t>
            </a:r>
            <a:endParaRPr lang="en-US" sz="2800" b="1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5" name="TextBox 3"/>
          <p:cNvSpPr txBox="1">
            <a:spLocks noChangeArrowheads="1"/>
          </p:cNvSpPr>
          <p:nvPr/>
        </p:nvSpPr>
        <p:spPr bwMode="auto">
          <a:xfrm>
            <a:off x="1741487" y="2440623"/>
            <a:ext cx="8631237" cy="430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 Recognition Using Multimodal Deep Learning with Vision Transformers and Graph-Based Pose Analysis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		                   </a:t>
            </a:r>
          </a:p>
          <a:p>
            <a:pPr algn="just">
              <a:lnSpc>
                <a:spcPct val="100000"/>
              </a:lnSpc>
              <a:spcBef>
                <a:spcPct val="0"/>
              </a:spcBef>
              <a:buNone/>
            </a:pPr>
            <a:r>
              <a:rPr lang="en-I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Betha Hari Srimukhi	             	   (22481A4215)</a:t>
            </a:r>
          </a:p>
          <a:p>
            <a:pPr algn="just">
              <a:lnSpc>
                <a:spcPct val="100000"/>
              </a:lnSpc>
              <a:spcBef>
                <a:spcPct val="0"/>
              </a:spcBef>
              <a:buNone/>
            </a:pPr>
            <a:r>
              <a:rPr lang="en-I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IN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Addada</a:t>
            </a:r>
            <a:r>
              <a:rPr lang="en-I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Nithya Phani Sri                  (22481A4201)</a:t>
            </a:r>
          </a:p>
          <a:p>
            <a:pPr algn="just">
              <a:lnSpc>
                <a:spcPct val="100000"/>
              </a:lnSpc>
              <a:spcBef>
                <a:spcPct val="0"/>
              </a:spcBef>
              <a:buNone/>
            </a:pPr>
            <a:r>
              <a:rPr lang="en-I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Gutta Alekhya                                    (22481A4235)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G. Kalyani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 (Artificial Intelligence &amp; Machine Learning)</a:t>
            </a:r>
          </a:p>
        </p:txBody>
      </p:sp>
      <p:pic>
        <p:nvPicPr>
          <p:cNvPr id="3076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308" y="1319213"/>
            <a:ext cx="128746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8600836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00EF6-32D2-E568-59EF-758DB87A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6F2EB-0D3C-E07B-8AB9-81975BDAE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0688"/>
            <a:ext cx="10515600" cy="480302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Abstract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System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Proposed System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</a:t>
            </a:r>
          </a:p>
        </p:txBody>
      </p:sp>
    </p:spTree>
    <p:extLst>
      <p:ext uri="{BB962C8B-B14F-4D97-AF65-F5344CB8AC3E}">
        <p14:creationId xmlns:p14="http://schemas.microsoft.com/office/powerpoint/2010/main" val="1345916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67424-041E-6F59-7B3A-5A696E37F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3256" y="1575651"/>
            <a:ext cx="9920177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emotion recognition is the process of identifying a person’s emotional state using multiple modalities such as facial expressions and body posture. Traditional systems mainly rely on facial features using CNN-based models, which often perform poorly in real-world conditions due to occlusion, lighting variations, and changes in posture. To overcome these limitations, this project proposes a multimodal emotion recognition system that combines Vision Transformer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extracting global facial features and Pose Graph Convolutional Network (PGCN) for modeling posture-based information. These features are integrated using a hierarchical cross-attention fusion mechanism to generate a comprehensive emotional representation. The model is evaluated on the RAF-DB dataset, demonstrating improved accuracy and robustness compared to conventional approaches, making it suitable for real-world applications.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773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1EA4C-F9E0-64D1-1DDA-EB4887419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3255" y="1813563"/>
            <a:ext cx="962332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 recognition systems face several challenges: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Variations due to occlusion, lighting, and head movements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accuracy when using only facial features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capturing emotions in real-world conditions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used in healthcare, surveillance, and human-computer interaction.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This project addresses these challenges by: 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Vision Transformer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facial features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Pose Graph CNN (PGCN) for posture analysis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both using cross-attention fusion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Importance: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accuracy and reliability by using multimodal learning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336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1EA4C-F9E0-64D1-1DDA-EB4887419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33895" y="2097833"/>
            <a:ext cx="932652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develop 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emotion recognition system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extract facial features using Vision Transformer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analyze posture using Pose Graph CNN (PGCN)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integrate features using cross-attention fusion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accuracy under real-world conditions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475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F0BE6-1E1C-BED9-466A-D8C46AFF8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68818" y="1874085"/>
            <a:ext cx="9654363" cy="4170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5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Paper Title: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Multi-Modal CNN Features Fusion for Emotion Recognition: A Modified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Xception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Objective: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emotion recognition using multimodal deep learning.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facial (masked) and voice expressions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Modified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Xception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CNN for feature extraction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fusion techniques (data, feature, decision level)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performance over unimodal methods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Findings: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approach improves accuracy compared to single modality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Feature-level fusion achieved highest accuracy (79.81%)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419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F0BE6-1E1C-BED9-466A-D8C46AFF8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System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3889" y="1476130"/>
            <a:ext cx="9739424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performance when facial features are partially hidden or unclear (mask conditions).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CNN-based models mainly capture local features, lacking global context understanding.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 techniques are not fully adaptive, leading to less effective feature integration.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Relies on audio modality, which may be noisy or unavailable in real-world scenarios.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handling complex real-world variations like pose and illumination.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348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EE754-ED79-5DF3-603D-A1022426F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778037"/>
            <a:ext cx="10515600" cy="4850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Emotion Recognition: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Vision Transformer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extracting global facial features and Pose Graph Convolutional Network (PGCN) for capturing posture-based emotional cues.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Feature Fusion: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Hierarchical Cross-Attention mechanism to effectively combine facial and pose features for better representation.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Real-World Dataset: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Employs RAF-DB dataset containing diverse facial expressions with variations in lighting, pose, and occlusion.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Accuracy &amp; Robustness: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learning enhances emotion recognition performance, especially under challenging real-world conditions.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036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5DA10-AEC7-45AD-21B8-DF924E571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7F7CD-A458-1F54-6D61-DD8891B8E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0688"/>
            <a:ext cx="10515600" cy="475471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Preprocessing: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RAF-DB dataset, perform face detection, cropping, and resizing, and extract pose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Vision Transformer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extract global facial features and Pose Graph Convolutional Network (PGCN) to capture posture-based features.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Representation: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pose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graph structure and generate meaningful feature embeddings from both modalities.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Feature Fusion: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Hierarchical Cross-Attention mechanism to combine facial and pose features into a unified representation.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&amp; Prediction: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dense layers 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classify emotions into predefined categories such as happy, sad, angry, etc.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308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data processing process&#10;&#10;AI-generated content may be incorrect.">
            <a:extLst>
              <a:ext uri="{FF2B5EF4-FFF2-40B4-BE49-F238E27FC236}">
                <a16:creationId xmlns:a16="http://schemas.microsoft.com/office/drawing/2014/main" id="{548B4555-A96C-ECE6-C91D-AE33C7DA6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7684" y="744832"/>
            <a:ext cx="4159404" cy="5111752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775741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5DA10-AEC7-45AD-21B8-DF924E571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7F7CD-A458-1F54-6D61-DD8891B8E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0688"/>
            <a:ext cx="10515600" cy="476454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 &amp; Preparation: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Downloaded RAF-DB dataset and organized it into training, validation, and test sets for model generalization.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&amp;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Extraction: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face detection, resizing, and extracted pose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posture analysis.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Models: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Vision Transformer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extracting global facial features and Pose Graph Convolutional Network (PGCN) for learning posture-based representations.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Feature Fusion: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hierarchical cross-attention to combine facial and pose features into a unified representation for emotion understanding.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929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5DA10-AEC7-45AD-21B8-DF924E571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 descr="A diagram of facial expression analysis&#10;&#10;AI-generated content may be incorrect.">
            <a:extLst>
              <a:ext uri="{FF2B5EF4-FFF2-40B4-BE49-F238E27FC236}">
                <a16:creationId xmlns:a16="http://schemas.microsoft.com/office/drawing/2014/main" id="{948D053B-F2FF-E6E2-20DD-1046379FE1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965" y="2017947"/>
            <a:ext cx="7438012" cy="32855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6F9AB1-4A92-ADC5-597E-8E13B92D5724}"/>
              </a:ext>
            </a:extLst>
          </p:cNvPr>
          <p:cNvSpPr txBox="1"/>
          <p:nvPr/>
        </p:nvSpPr>
        <p:spPr>
          <a:xfrm>
            <a:off x="2833814" y="5446098"/>
            <a:ext cx="7084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Fig.: Architecture for multimodal emotion recognition using </a:t>
            </a:r>
            <a:r>
              <a:rPr lang="en-IN" dirty="0" err="1"/>
              <a:t>ViT,PGCN,HCA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2582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5DA10-AEC7-45AD-21B8-DF924E571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 descr="A diagram of a person's face&#10;&#10;AI-generated content may be incorrect.">
            <a:extLst>
              <a:ext uri="{FF2B5EF4-FFF2-40B4-BE49-F238E27FC236}">
                <a16:creationId xmlns:a16="http://schemas.microsoft.com/office/drawing/2014/main" id="{EB78581C-4047-AB7D-562E-DB50DC6CE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5573" y="1951733"/>
            <a:ext cx="6247876" cy="31780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A68FA6-C943-96BD-409D-9D62E74E39EC}"/>
              </a:ext>
            </a:extLst>
          </p:cNvPr>
          <p:cNvSpPr txBox="1"/>
          <p:nvPr/>
        </p:nvSpPr>
        <p:spPr>
          <a:xfrm>
            <a:off x="3308973" y="5263819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Fig.: Facial Feature Extraction Using Vision Transformer (</a:t>
            </a:r>
            <a:r>
              <a:rPr lang="en-IN" dirty="0" err="1"/>
              <a:t>ViT</a:t>
            </a:r>
            <a:r>
              <a:rPr lang="en-IN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1165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en-IN" sz="4800" b="1" dirty="0"/>
          </a:p>
        </p:txBody>
      </p:sp>
      <p:pic>
        <p:nvPicPr>
          <p:cNvPr id="2" name="Picture 1" descr="A diagram of a person's emotion&#10;&#10;AI-generated content may be incorrect.">
            <a:extLst>
              <a:ext uri="{FF2B5EF4-FFF2-40B4-BE49-F238E27FC236}">
                <a16:creationId xmlns:a16="http://schemas.microsoft.com/office/drawing/2014/main" id="{FA85ADB5-7175-4060-5253-D1A8228326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009" y="1973232"/>
            <a:ext cx="6239982" cy="32205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012C7A-EF39-E79D-B9D1-94B1269CFDE2}"/>
              </a:ext>
            </a:extLst>
          </p:cNvPr>
          <p:cNvSpPr txBox="1"/>
          <p:nvPr/>
        </p:nvSpPr>
        <p:spPr>
          <a:xfrm>
            <a:off x="3121515" y="5327827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Fig.: </a:t>
            </a:r>
            <a:r>
              <a:rPr lang="en-US" dirty="0"/>
              <a:t>Illustration of posture-based emotion cues captured using pose </a:t>
            </a:r>
            <a:r>
              <a:rPr lang="en-US" dirty="0" err="1"/>
              <a:t>keypoints</a:t>
            </a:r>
            <a:r>
              <a:rPr lang="en-US" dirty="0"/>
              <a:t> and graph convolution.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3777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en-IN" sz="4800" b="1" dirty="0"/>
          </a:p>
        </p:txBody>
      </p:sp>
      <p:pic>
        <p:nvPicPr>
          <p:cNvPr id="2" name="Picture 1" descr="A diagram of a face recognition process&#10;&#10;AI-generated content may be incorrect.">
            <a:extLst>
              <a:ext uri="{FF2B5EF4-FFF2-40B4-BE49-F238E27FC236}">
                <a16:creationId xmlns:a16="http://schemas.microsoft.com/office/drawing/2014/main" id="{3C7D403F-BECA-5AC8-A3A4-594672726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665" y="1909819"/>
            <a:ext cx="4530071" cy="33975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EA6C3F-3B68-7308-7C15-D7986E6EBF32}"/>
              </a:ext>
            </a:extLst>
          </p:cNvPr>
          <p:cNvSpPr txBox="1"/>
          <p:nvPr/>
        </p:nvSpPr>
        <p:spPr>
          <a:xfrm>
            <a:off x="3048762" y="5526504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Fig.: Features from face (</a:t>
            </a:r>
            <a:r>
              <a:rPr lang="en-US" dirty="0" err="1"/>
              <a:t>ViT</a:t>
            </a:r>
            <a:r>
              <a:rPr lang="en-US" dirty="0"/>
              <a:t>) and body pose (PGCN) are fused to combined to predict emotion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38655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en-IN" sz="4800" b="1" dirty="0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3E0775-323A-D1DB-047B-B37AF8206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830" y="1906201"/>
            <a:ext cx="3902034" cy="21095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B5A9DA4-293F-2623-D312-5A10AD8EE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061" y="1906202"/>
            <a:ext cx="4012284" cy="21348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F1ECD8-C242-3050-1E8C-95637CE57E16}"/>
              </a:ext>
            </a:extLst>
          </p:cNvPr>
          <p:cNvSpPr txBox="1"/>
          <p:nvPr/>
        </p:nvSpPr>
        <p:spPr>
          <a:xfrm>
            <a:off x="1181862" y="4231229"/>
            <a:ext cx="2530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Fig.: Training Accuracy.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56F062-E637-7C2F-E51D-1CE95D6711AB}"/>
              </a:ext>
            </a:extLst>
          </p:cNvPr>
          <p:cNvSpPr txBox="1"/>
          <p:nvPr/>
        </p:nvSpPr>
        <p:spPr>
          <a:xfrm>
            <a:off x="6521782" y="4256602"/>
            <a:ext cx="2164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Fig.: Test Accuracy</a:t>
            </a:r>
          </a:p>
        </p:txBody>
      </p:sp>
    </p:spTree>
    <p:extLst>
      <p:ext uri="{BB962C8B-B14F-4D97-AF65-F5344CB8AC3E}">
        <p14:creationId xmlns:p14="http://schemas.microsoft.com/office/powerpoint/2010/main" val="1440340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en-IN" sz="4800" b="1" dirty="0"/>
          </a:p>
        </p:txBody>
      </p:sp>
      <p:pic>
        <p:nvPicPr>
          <p:cNvPr id="6" name="Picture 5" descr="A computer code with text&#10;&#10;AI-generated content may be incorrect.">
            <a:extLst>
              <a:ext uri="{FF2B5EF4-FFF2-40B4-BE49-F238E27FC236}">
                <a16:creationId xmlns:a16="http://schemas.microsoft.com/office/drawing/2014/main" id="{589A07A4-3917-827B-4CD7-9B9BC910B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678" y="2207518"/>
            <a:ext cx="5410955" cy="19751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2D6E089-F1D5-E48D-986B-B97E517DCECC}"/>
              </a:ext>
            </a:extLst>
          </p:cNvPr>
          <p:cNvSpPr txBox="1"/>
          <p:nvPr/>
        </p:nvSpPr>
        <p:spPr>
          <a:xfrm>
            <a:off x="2964942" y="437979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Fig.: Finally, the trained model is saved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4401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Custom Environment</a:t>
            </a:r>
            <a:endParaRPr lang="en-IN" sz="4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825342" y="3505200"/>
            <a:ext cx="37229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64E4164A-8D8A-6B29-05BC-1998BF768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537" y="1880095"/>
            <a:ext cx="5802575" cy="32748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8537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en-IN" sz="4800" b="1" dirty="0"/>
          </a:p>
        </p:txBody>
      </p:sp>
      <p:pic>
        <p:nvPicPr>
          <p:cNvPr id="6" name="Picture 5" descr="A person with her arms crossed&#10;&#10;AI-generated content may be incorrect.">
            <a:extLst>
              <a:ext uri="{FF2B5EF4-FFF2-40B4-BE49-F238E27FC236}">
                <a16:creationId xmlns:a16="http://schemas.microsoft.com/office/drawing/2014/main" id="{F6636D2C-A6E1-5366-7100-BBEDA16A2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908" y="2360712"/>
            <a:ext cx="6643998" cy="30616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9380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36444-8290-FD05-0E42-5ACD104F9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F031723-1474-6507-8C42-E34158756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079F779-B739-84A2-EABA-77E636529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en-IN" sz="4800" b="1" dirty="0"/>
          </a:p>
        </p:txBody>
      </p:sp>
      <p:pic>
        <p:nvPicPr>
          <p:cNvPr id="2" name="Picture 1" descr="A screenshot of a chat&#10;&#10;AI-generated content may be incorrect.">
            <a:extLst>
              <a:ext uri="{FF2B5EF4-FFF2-40B4-BE49-F238E27FC236}">
                <a16:creationId xmlns:a16="http://schemas.microsoft.com/office/drawing/2014/main" id="{6782C098-48FC-EFAF-52E1-2887D7A44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775" y="2056449"/>
            <a:ext cx="6564426" cy="323749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97425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B86A1-580F-4DB8-A6B0-230F4F069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1A52F48-5340-C987-EADA-C6B60FC26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CEC56C4-4310-20B6-4916-D883A40A4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en-IN" sz="4800" b="1" dirty="0"/>
          </a:p>
        </p:txBody>
      </p:sp>
      <p:pic>
        <p:nvPicPr>
          <p:cNvPr id="3" name="Picture 2" descr="A cat lying on a blanket&#10;&#10;AI-generated content may be incorrect.">
            <a:extLst>
              <a:ext uri="{FF2B5EF4-FFF2-40B4-BE49-F238E27FC236}">
                <a16:creationId xmlns:a16="http://schemas.microsoft.com/office/drawing/2014/main" id="{520B818E-692C-930C-7B1E-399FC8A98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115" y="2161553"/>
            <a:ext cx="7576590" cy="36723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62196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 descr="This may contain: the words thank you written in black ink on a blue watercolor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7813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1373</TotalTime>
  <Words>933</Words>
  <Application>Microsoft Office PowerPoint</Application>
  <PresentationFormat>Widescreen</PresentationFormat>
  <Paragraphs>106</Paragraphs>
  <Slides>22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Content</vt:lpstr>
      <vt:lpstr>Abstract</vt:lpstr>
      <vt:lpstr>Introduction</vt:lpstr>
      <vt:lpstr>Objectives</vt:lpstr>
      <vt:lpstr>Existing System</vt:lpstr>
      <vt:lpstr>Limitations of Existing System</vt:lpstr>
      <vt:lpstr>Proposed System</vt:lpstr>
      <vt:lpstr>Methodology</vt:lpstr>
      <vt:lpstr>PowerPoint Presentation</vt:lpstr>
      <vt:lpstr>Implementation</vt:lpstr>
      <vt:lpstr>Experimental Results</vt:lpstr>
      <vt:lpstr>Experimental Results</vt:lpstr>
      <vt:lpstr>Experimental Results</vt:lpstr>
      <vt:lpstr>Experimental Results</vt:lpstr>
      <vt:lpstr>Experimental Results</vt:lpstr>
      <vt:lpstr>Experimental Results</vt:lpstr>
      <vt:lpstr>Custom Environment</vt:lpstr>
      <vt:lpstr>Experimental Results</vt:lpstr>
      <vt:lpstr>Experimental Results</vt:lpstr>
      <vt:lpstr>Experimental Results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aakanksha d</dc:creator>
  <cp:lastModifiedBy>Hari Srimukhi</cp:lastModifiedBy>
  <cp:revision>66</cp:revision>
  <dcterms:created xsi:type="dcterms:W3CDTF">2025-01-06T12:56:31Z</dcterms:created>
  <dcterms:modified xsi:type="dcterms:W3CDTF">2026-04-20T07:48:11Z</dcterms:modified>
</cp:coreProperties>
</file>